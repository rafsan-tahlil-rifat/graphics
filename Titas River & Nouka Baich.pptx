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56" autoAdjust="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63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81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78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4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22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82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39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798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55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2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199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632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74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234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953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018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991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48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  <a14:imgEffect>
                      <a14:colorTemperature colorTemp="3028"/>
                    </a14:imgEffect>
                    <a14:imgEffect>
                      <a14:saturation sa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456" y="9728"/>
            <a:ext cx="12192000" cy="6858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19456" y="2495024"/>
            <a:ext cx="5802154" cy="192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400" dirty="0">
                <a:latin typeface="Bodoni MT Black" panose="02070A03080606020203" pitchFamily="18" charset="0"/>
              </a:rPr>
              <a:t>Traditional Boat Race and the </a:t>
            </a:r>
            <a:r>
              <a:rPr lang="en-US" sz="4400" dirty="0" err="1">
                <a:latin typeface="Bodoni MT Black" panose="02070A03080606020203" pitchFamily="18" charset="0"/>
              </a:rPr>
              <a:t>Titas</a:t>
            </a:r>
            <a:r>
              <a:rPr lang="en-US" sz="4400" dirty="0">
                <a:latin typeface="Bodoni MT Black" panose="02070A03080606020203" pitchFamily="18" charset="0"/>
              </a:rPr>
              <a:t> River</a:t>
            </a:r>
            <a:endParaRPr sz="4200" b="1" i="0" u="none" dirty="0">
              <a:solidFill>
                <a:srgbClr val="0F2942"/>
              </a:solidFill>
              <a:latin typeface="Bodoni MT Black" panose="02070A030806060202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0" y="4191892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732D4C-5CB0-4698-B89F-3C4726EE6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731928"/>
            <a:ext cx="6457544" cy="54497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3753B7-0C45-44CF-BC1C-AD2CAE3C5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" y="724678"/>
            <a:ext cx="10925175" cy="5278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INTRODUCTION:</a:t>
            </a: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Cultural Heritage &amp; Venue: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Nouka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(Boat Race) is a traditional boat racing festival in Bangladesh that celebrates the country's riverine culture,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Brahmanbaria's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River acting as a primary natural arena.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Community &amp; Atmosphere: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festival highlights teamwork as rowers paddle to the rhythm of folk Sari Gan, supported by enthusiastic spectator crowds gathering along the riverbanks.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OpenGL Graphical Environment: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Built using C++ and GLUT/OpenGL, the code renders dynamic river waves, village huts, multi-story structures, and riverside vegetation to recreate the rural backdrop.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Interactive Day/Night System: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Toggle between modes using keyboard input ('d' for Day, 'n' for Night), switching the scene between animated rowers under a sunlit sky and night-time camping tents with bonfires.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Speed Controls: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Interactive mouse and key controls adjust speed dynamics, including controlling boat motion ('x' / 'y') and bird flight speed (mouse clicks). </a:t>
            </a:r>
          </a:p>
        </p:txBody>
      </p:sp>
    </p:spTree>
    <p:extLst>
      <p:ext uri="{BB962C8B-B14F-4D97-AF65-F5344CB8AC3E}">
        <p14:creationId xmlns:p14="http://schemas.microsoft.com/office/powerpoint/2010/main" val="680925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B26296-002E-4176-94C3-3AB790529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254" y="811475"/>
            <a:ext cx="10035970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Reason to chose this topic:</a:t>
            </a:r>
            <a:endParaRPr kumimoji="0" lang="en-US" altLang="en-US" sz="2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Vibrant Folk Tradition</a:t>
            </a:r>
            <a:r>
              <a:rPr kumimoji="0" lang="en-US" altLang="en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Nouka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Baich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(Boat Race) is an ancient and colorful boat racing festival that represents the rich culture of rural Bangladesh.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Heart of </a:t>
            </a:r>
            <a:r>
              <a:rPr kumimoji="0" lang="en-US" altLang="en-US" sz="20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Titas</a:t>
            </a:r>
            <a:r>
              <a:rPr kumimoji="0" lang="en-US" altLang="en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historical </a:t>
            </a:r>
            <a:r>
              <a:rPr kumimoji="0" lang="en-US" altLang="en-US" sz="1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Titas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River in </a:t>
            </a:r>
            <a:r>
              <a:rPr kumimoji="0" lang="en-US" altLang="en-US" sz="1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Brahmanbaria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serves as a famous natural arena for hosting these grand boat races.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Teamwork &amp; Rhythm</a:t>
            </a:r>
            <a:r>
              <a:rPr kumimoji="0" lang="en-US" altLang="en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Rowers pull their paddles together in speed and harmony, chanting traditional Sari Gan (folk songs) to boost energy.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 Celebration</a:t>
            </a:r>
            <a:r>
              <a:rPr kumimoji="0" lang="en-US" altLang="en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Thousands of spectators gather along both banks of the </a:t>
            </a:r>
            <a:r>
              <a:rPr kumimoji="0" lang="en-US" altLang="en-US" sz="1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Titas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River to cheer and celebrate the event with great joy.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Symbol of Unity</a:t>
            </a:r>
            <a:r>
              <a:rPr kumimoji="0" lang="en-US" altLang="en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event brings people of all backgrounds together, keeping Bangladesh's riverine heritage alive across generations</a:t>
            </a:r>
          </a:p>
        </p:txBody>
      </p:sp>
    </p:spTree>
    <p:extLst>
      <p:ext uri="{BB962C8B-B14F-4D97-AF65-F5344CB8AC3E}">
        <p14:creationId xmlns:p14="http://schemas.microsoft.com/office/powerpoint/2010/main" val="413548668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19426A-FE33-499C-97E8-23942F37D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847764"/>
            <a:ext cx="10020300" cy="4724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Key Features:</a:t>
            </a:r>
            <a:endParaRPr kumimoji="0" lang="en-US" altLang="en-US" sz="2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Day &amp; Night Mode Dynamic Lighting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Toggle between a sunlit day scene and a dark night sky with stars and moon lighting using keyboard keys ('d' and 'n’).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Boat Racing &amp; Rowers Animation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Animated racing boats with rowers synchronized to simulate the traditional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Nouka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event.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Interactive Speed Controls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Keyboard and mouse controls to adjust boat movement speed ('x' / 'y') and bird flight animation speed.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Detailed Rural Environment Rendering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Built-in dynamic river waves, riverside village huts, multi-story buildings, and lush green vegetation.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Night Bonfire &amp; Camping Scene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night-time scene featuring interactive camping tents and animated bonfires along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riverbank.</a:t>
            </a:r>
          </a:p>
        </p:txBody>
      </p:sp>
    </p:spTree>
    <p:extLst>
      <p:ext uri="{BB962C8B-B14F-4D97-AF65-F5344CB8AC3E}">
        <p14:creationId xmlns:p14="http://schemas.microsoft.com/office/powerpoint/2010/main" val="1299644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422D-B163-46E7-A334-AB69FFC2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7" y="819150"/>
            <a:ext cx="2209798" cy="647700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Screenshots:</a:t>
            </a:r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7D6FF4-B0E1-4637-884F-11A12F04D6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66777" y="1781175"/>
            <a:ext cx="5448298" cy="4391024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437836-79A8-4483-B24E-CEE4C3EED8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15076" y="1724024"/>
            <a:ext cx="5239884" cy="4448175"/>
          </a:xfrm>
        </p:spPr>
      </p:pic>
    </p:spTree>
    <p:extLst>
      <p:ext uri="{BB962C8B-B14F-4D97-AF65-F5344CB8AC3E}">
        <p14:creationId xmlns:p14="http://schemas.microsoft.com/office/powerpoint/2010/main" val="3288373070"/>
      </p:ext>
    </p:extLst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54</TotalTime>
  <Words>433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Bodoni MT Black</vt:lpstr>
      <vt:lpstr>Garamond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Screenshots: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MD. RAFSAN TAHLIL RIFAT</cp:lastModifiedBy>
  <cp:revision>7</cp:revision>
  <dcterms:created xsi:type="dcterms:W3CDTF">2013-01-27T09:14:16Z</dcterms:created>
  <dcterms:modified xsi:type="dcterms:W3CDTF">2026-08-31T17:32:17Z</dcterms:modified>
  <cp:category/>
</cp:coreProperties>
</file>